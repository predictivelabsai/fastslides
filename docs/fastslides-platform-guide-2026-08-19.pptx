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FastSlides</a:t>
            </a:r>
            <a:br/>
            <a:r>
              <a:t>Platform Guide</a:t>
            </a:r>
          </a:p>
          <a:p>
            <a:pPr>
              <a:defRPr sz="1800">
                <a:solidFill>
                  <a:srgbClr val="F97316"/>
                </a:solidFill>
              </a:defRPr>
            </a:pPr>
            <a:r>
              <a:t>2026-08-19  •  https://slides.fastsme.com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**FastSlides** is an open-source **presentation builder** built with — a server-side, HTMX-driven port of the core of . Python-first, no JavaScript framework: a deck library, a slide editor with a live themed canvas, a full-screen present mode, and **AI deck generation from a prompt**.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Turn a clear idea into a compelling deck.</a:t>
            </a:r>
          </a:p>
        </p:txBody>
      </p:sp>
      <p:pic>
        <p:nvPicPr>
          <p:cNvPr id="3" name="Picture 2" descr="01-turn-a-clear-idea-into-a-compelling-deck.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PRESENTATIONS Turn a clear idea into a compelling deck. Create, theme, organise, generate, and present slide decks from one focused workspace. Sign In or Register Explore the open-source suite → Product tour · see the workspace in action 01 Deck and slide edit</a:t>
            </a:r>
          </a:p>
          <a:p>
            <a:pPr>
              <a:defRPr sz="900">
                <a:solidFill>
                  <a:srgbClr val="F97316"/>
                </a:solidFill>
              </a:defRPr>
            </a:pPr>
            <a:r>
              <a:t>https://slides.fastsme.com/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FastSlides API.</a:t>
            </a:r>
          </a:p>
        </p:txBody>
      </p:sp>
      <p:pic>
        <p:nvPicPr>
          <p:cNvPr id="3" name="Picture 2" descr="02-build-with-the-fastslides-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FastSlides Developers Back to product DEVELOPER PLATFORM · API V1 Build with the FastSlides API. Read the live demo database through a typed, versioned API. Selected integration writes are implemented behind bearer-token authentication. Open Swagger UI Open Re</a:t>
            </a:r>
          </a:p>
          <a:p>
            <a:pPr>
              <a:defRPr sz="900">
                <a:solidFill>
                  <a:srgbClr val="F97316"/>
                </a:solidFill>
              </a:defRPr>
            </a:pPr>
            <a:r>
              <a:t>https://slides.fastsme.com/developers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-536623146%3A1787122859054161&amp;access_type=online&amp;client_id=887059023987-2a7spj1m82eivobdbt1itb3cqca6tpt1.apps.googleusercontent.com&amp;o2v=2&amp;prompt=select_account&amp;redirect_uri=https%3A%2F%2Fslides.fastsme.com%2Fauth%2Fgoogle%2Fcallback&amp;response_type=code&amp;scope=openid+email+profile&amp;service=lso&amp;state=9dTz4OaAs2nPQj3i4aQ_vsj---SrrtvD6fvEQCm9DRs&amp;flowName=GeneralOAuthLite&amp;continue=https%3A%2F%2Faccounts.google.com%2Fsignin%2Foauth%2Flegacy%2Fconsent%3Fauthuser%3Dunknown%26part%3DAJi8hAOLGaPJkUTGYvLciSjqB8yjJyBXy5DV8u8NHz5DDfYyadYE9g-F1symIWDOVBBplBQKA8worU9iPT5VHyeqFB9bxX_X-cAR-fmc3uUNDCubMa0uISYBq7v2kCybG42q9wyssfT8AviCMa1-2ulw60-7VW7UVficsSp8GehCaJkX4Oyy9ShP8S2UtCEC8L_3Eif19M16iY1zUufSbaydPNbtu8AfeuUqNXbPSze9fMKUafzckcIUX0cKTuS6JPv2JpWQlN7TC8b9otil6FbPySBDVXGsEopIiPO6Wb2JNYw-FXfEhDPjuDfjZTg69cjeBit71FiL-Uka0zrZMSn-ICn1xqaVARLxe2xva_GPUOV6OA6_fbsip7JlClL1H7Z30snZC_tOcroS8Z06CSyzNaMQYP4xtjcjv2KiH4fRvW9yOA7ziEOZtL08FeC7yYOTHBMFIEUDGV9Ya0JLp1DZdCnkvGUN4Q%26flowName%3DGeneralOAuthFlow%26as%3DS-536623146%253A1787122859054161%26client_id%3D887059023987-2a7spj1m82eivobdbt1itb3cqca6tpt1.apps.googleusercontent.com%23&amp;app_domain=https%3A%2F%2Fslides.fastsme.com&amp;rart=ANgoxccjjL_rvSfCMaT6DsEXEXdqktgJGTNElx3MiFGOFPg4BKxaH2-RkxHUTOAfumSvRIV3RsCU8hM3plF1_XSXESxizTBHRd184FH5g_2v2CFWD4g_u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